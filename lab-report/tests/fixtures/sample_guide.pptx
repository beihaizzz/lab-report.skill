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实验一：RC电路研究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物理学基础实验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实验目的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理解RC电路的基本工作原理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掌握示波器的使用方法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测量RC电路的充放电特性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验证指数衰减规律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实验原理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RC电路由电阻(R)和电容(C)串联组成。当电源接通时，电容开始充电，其电压随时间按指数规律上升：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657600"/>
            <a:ext cx="3657600" cy="1828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[电路示意图]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实验步骤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连接电路</a:t>
            </a:r>
            <a:br/>
            <a:r>
              <a:t>   按图连接电阻、电容和电源，确保接线牢固。</a:t>
            </a:r>
            <a:br/>
            <a:br/>
            <a:r>
              <a:t>2. 调节示波器</a:t>
            </a:r>
            <a:br/>
            <a:r>
              <a:t>   打开示波器，调节到合适的时基和电压档位。</a:t>
            </a:r>
            <a:br/>
            <a:br/>
            <a:r>
              <a:t>3. 观察波形</a:t>
            </a:r>
            <a:br/>
            <a:r>
              <a:t>   接通电源，观察电容两端的电压变化波形。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实验步骤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4. 测量充电曲线</a:t>
            </a:r>
            <a:br/>
            <a:r>
              <a:t>   使用示波器 Capture 充电过程，记录电压随时间的变化。</a:t>
            </a:r>
            <a:br/>
            <a:br/>
            <a:r>
              <a:t>5. 测量放电曲线</a:t>
            </a:r>
            <a:br/>
            <a:r>
              <a:t>   断开电源，让电容放电，记录放电曲线。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实验步骤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6. 改变参数</a:t>
            </a:r>
            <a:br/>
            <a:r>
              <a:t>   更换不同容量的电容，重复上述测量过程。</a:t>
            </a:r>
            <a:br/>
            <a:br/>
            <a:r>
              <a:t>7. 数据记录</a:t>
            </a:r>
            <a:br/>
            <a:r>
              <a:t>   记录不同电容下的充电和放电时间常数。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实验步骤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8. 数据处理</a:t>
            </a:r>
            <a:br/>
            <a:r>
              <a:t>   根据测量结果计算时间常数τ=RC，与理论值比较。</a:t>
            </a:r>
            <a:br/>
            <a:br/>
            <a:r>
              <a:t>9. 撰写报告</a:t>
            </a:r>
            <a:br/>
            <a:r>
              <a:t>   整理实验数据，绘制V-t曲线，分析误差来源。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注意事项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⚠ 操作前检查电路连接是否正确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⚠ 示波器探头要正确接地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⚠ 测量时避免外界电磁干扰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⚠ 记录数据要客观真实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